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2D4A"/>
          </a:solidFill>
          <a:ln w="12700">
            <a:solidFill>
              <a:srgbClr val="0D2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Resource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CSA0461 — Operating Systems for Resource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Vishnu Vardhan Reddy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192411053  |  B.E - CSE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Faculty: Dr. J. Vasavi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TYPES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Types — Banking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An Online Banking Platform processes thousands of simultaneous transactions — fund transfers, loan approvals, and account queries — all requiring speed, accuracy, and security.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thousands of customers and ATMs to access the system concurrently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session is isolated with protected resources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 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multiple CPUs to run transaction threads in parallel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throughput during peak banking hours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transaction data across geographically separated data centers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service continuity even during server failures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sub-millisecond response for fraud detection alerts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immediate rollback if a transaction anomaly is detected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Structure — Banking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banking OS is structured in layers — from hardware up to application — ensuring each layer handles its responsibilities with minimal interference.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hardware, kernel, middleware, and application layers clearly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isolated to individual layers for easier debugging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kernel handles only critical tasks — memory, IPC, scheduling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 run in user space, reducing kernel crashes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apps send REST/API calls to backend banking servers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 distribute requests to prevent bottlenecks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encryption module enforces TLS for all data in transit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 manages OTP and biometric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Operating System — Banking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OS underpins every banking operation — from login to fund settlement — maintaining data accuracy and protecting against unauthorized access.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locks and semaphores to prevent simultaneous writes to the same account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algorithms resolve resource conflicts automatically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transaction management ensures balances are always accurate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logging enables rollback after any system failure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Enforcement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multi-factor authentication and role-based access control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systems monitor for unusual access patterns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CPU scheduling prioritizes high-value transactions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paging ensures low-latency access to frequently used account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TYPES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Types — Linux Multi-User Server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A Linux server hosts multiple developer teams simultaneously — each team accessing private file spaces, shared build tools, and peripherals like printers — without interfering with each other.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scheduler arbitrates access to disks and printers among multiple users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 abstract hardware differences for consistent application behavior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Fair Scheduler (CFS) distributes CPU time proportionally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ensure foreground interactive tasks remain responsive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with demand paging gives each user process its own address space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management handles memory pressure during peak usage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 and XFS file systems use permissions and ACLs to enforce ownership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prevents file corruption during unexpected shutdowns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Structure — Linux Server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Linux OS is structured with a monolithic kernel at the core, exposing system calls to user-space programs and managing hardware through drivers.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Kernel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services (scheduling, memory, I/O) run in a single kernel address space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Loadable kernel modules allow drivers to be added without rebooting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Interface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Bash/Zsh shell interprets user commands and launches processes via fork/exec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enables automated task scheduling via cron jobs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File System (VFS)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VFS abstracts underlying file systems (ext4, NFS, tmpfs) behind a common API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seamless mounting of remote and local file systems simultaneously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Interface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like read(), write(), fork() bridge user and kernel space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glibc wraps system calls providing portable interfaces for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Operating System — Linux Server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On a shared Linux server, the OS acts as a fair arbitrator — balancing workloads, protecting user data, and maintaining system stability across all sessions.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Resource Sharing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limit CPU/memory usage per user to prevent resource monopolization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provide process-level isolation similar to lightweight containers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Isolation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and AppArmor enforce mandatory access control policies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permissions (rwx) and sudo policies restrict privilege escalation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File Handling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udev dynamically manages device nodes as hardware is connected or removed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I/O and DMA improve device communication efficiency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watchdogs detect and recover from hung processes automatically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 (journald) provide real-time diagnostics for administrators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TYPES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Types — Traffic Signal RTOS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A smart traffic management system controls thousands of intersections using sensor inputs, camera feeds, and vehicle detection — all requiring instantaneous, deterministic responses.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OS (RTOS)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task completion within a fixed deadline — missing it causes system failure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safety-critical systems where timing predictability is mandatory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 Soft Real-Time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RTOS: controls traffic lights — delay means accident risk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RTOS: updates traffic dashboards — minor delay is acceptable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footprint OS runs directly on microcontrollers and signal controllers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general-purpose overhead — every cycle is dedicated to control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architecture responds instantly to sensor triggers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queues prioritize emergency vehicle preemption signals above all others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Structure — Traffic Signal RTOS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RTOS powering traffic signals is built for speed and determinism — a lightweight kernel with precise timing modules manages every red/green cycle.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Kernel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kernel with no unnecessary services — executes in microseconds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statically allocated at compile time for zero runtime overhead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Scheduler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scheduling ensures highest-priority signal tasks always run first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preemption tasks override all regular cycle tasks instantly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interrupts from vehicle detectors are serviced within nanoseconds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latency is bounded and tested against worst-case execution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Timer Module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timers drive exact green/yellow/red phase durations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timer resets the system automatically if a task hangs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Operating System — Traffic Signal RTOS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RTOS ensures that every traffic signal behaves predictably, responds to sensor inputs instantly, and maintains safe operation without any single point of failure.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Timing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timings are calculated and executed with microsecond precision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synchronization across all intersections prevents conflicting signals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 Handling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vehicle count, pedestrian buttons, and emergency beacons simultaneously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algorithms adjust cycle lengths based on real-time traffic density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controllers take over instantly if the primary unit fails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memory preserves signal state across power outages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Assurance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mode defaults to blinking amber if a fault is detected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self-test routines verify sensor and communication health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TYPES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Types — Distributed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A multinational e-commerce company runs its platform across data centers in Asia, Europe, and North America — balancing millions of requests while keeping data synchronized globally.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multiple autonomous machines to appear as a single coherent system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access — users see one system regardless of which node responds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Computing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share workloads via message passing — no single machine bears full load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through node replication eliminates single points of failure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Hypervisors (KVM, Xen) partition physical servers into virtual machines on demand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elasticity scales compute power up or down based on traffic patterns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architecture eliminates dependency on a central control server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 distributes data keys evenly across peer nodes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Structure — Distributed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distributed OS architecture connects geographically dispersed nodes through a structured network, using middleware to abstract communication complexity.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Network Topology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topology ensures multiple communication paths between data centers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partitioning is handled gracefully using CAP theorem principles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servers handle requests; persistent databases manage state separately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enables nodes to locate each other without hardcoded addresses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and message queues (Kafka, RabbitMQ) decouple services from direct connections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abstracts heterogeneous OS environments across vendor hardware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and least-connections algorithms distribute incoming requests evenly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remove failing nodes from the load balancer pool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Operating System — Distributed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distributed OS orchestrates inter-node communication, ensures data consistency, and keeps the overall system operational even during partial infrastructure failures.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Inter-Node Communication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stack with optimized routing ensures low-latency cross-region messaging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protocol propagates node status updates efficiently across the cluster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 protocol ensures all-or-nothing transaction semantics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models (like DynamoDB) balance availability and consistency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Distribution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orchestrates containerized workloads across nodes automatically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auto-scaling adds compute capacity within seconds of a traffic spike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 of 3+ ensures data survives simultaneous node failures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leader election re-establishes coordination after a primary node crash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TYPES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Types — Modern Desktop 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A modern desktop workstation simultaneously runs a video editor, a web browser with 30 tabs, a background antivirus scan, and a cloud sync client — all managed seamlessly by the 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maps processes to physical RAM using page tables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files enable fast access to large datasets without full loading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Management 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I/O allows applications to continue while waiting for disk/network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scheduler (deadline, CFQ) prioritizes reads for interactive responsiveness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feedback queue adjusts process priority based on CPU usage patterns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 gives each running application a fair CPU time slice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Structure — Modern Desktop 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modern OS is organized into cooperating managers — each responsible for a hardware resource — coordinated by a central kernel that arbitrates competing demands.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Kernel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runs in privileged mode, isolating itself from user-space application bugs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interface provides controlled access to hardware resources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process control blocks (PCBs) tracking state, registers, and priority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 saves and restores full CPU state between processes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allocator manages physical memory; slab allocator handles kernel objects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caching accelerates virtual-to-physical address translations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 stack separates hardware quirks from application-facing APIs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transfers data directly between devices and RAM without CPU involvement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Operating System — Modern Desktop 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Scenario: The OS is the silent orchestrator of a modern computer — preventing conflicts, maximizing utilization, and presenting a safe, consistent interface to all running applications.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Program Execution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multitasking ensures no single app can freeze the entire system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techniques reduce startup time by loading code on demand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72384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Prevention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protection prevents one process from reading or corrupting another's data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and semaphore primitives synchronize access to shared hardware resources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Utilization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frequency scaling (DVFS) reduces power consumption during idle periods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cache retains recently accessed disk data in RAM for instant re-access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5376672"/>
            <a:ext cx="5486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2414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ASLR and stack canaries protect against common memory exploitation attacks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isolation — one misbehaving process is terminated without affecting others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- Technical Presentation</dc:title>
  <dc:subject>PptxGenJS Presentation</dc:subject>
  <dc:creator>PptxGenJS</dc:creator>
  <cp:lastModifiedBy>PptxGenJS</cp:lastModifiedBy>
  <cp:revision>1</cp:revision>
  <dcterms:created xsi:type="dcterms:W3CDTF">2026-04-29T10:21:57Z</dcterms:created>
  <dcterms:modified xsi:type="dcterms:W3CDTF">2026-04-29T10:21:57Z</dcterms:modified>
</cp:coreProperties>
</file>